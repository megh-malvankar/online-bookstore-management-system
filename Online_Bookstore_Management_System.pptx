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67" r:id="rId6"/>
    <p:sldId id="277" r:id="rId7"/>
    <p:sldId id="269" r:id="rId8"/>
    <p:sldId id="270" r:id="rId9"/>
    <p:sldId id="271" r:id="rId10"/>
    <p:sldId id="272" r:id="rId11"/>
    <p:sldId id="261" r:id="rId12"/>
    <p:sldId id="275" r:id="rId13"/>
    <p:sldId id="262" r:id="rId14"/>
    <p:sldId id="263" r:id="rId15"/>
    <p:sldId id="273" r:id="rId16"/>
    <p:sldId id="274" r:id="rId17"/>
    <p:sldId id="276" r:id="rId18"/>
    <p:sldId id="265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08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EBD74C-B5D5-4D79-AF6C-806C081FB006}" v="41" dt="2026-02-26T14:05:28.9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53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1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gh Malvankar" userId="c4f20e5b56fb5963" providerId="LiveId" clId="{3A52CEB0-9DF3-4DBF-A89C-77B2345323EF}"/>
    <pc:docChg chg="undo redo custSel addSld delSld modSld sldOrd">
      <pc:chgData name="Megh Malvankar" userId="c4f20e5b56fb5963" providerId="LiveId" clId="{3A52CEB0-9DF3-4DBF-A89C-77B2345323EF}" dt="2026-02-26T14:06:08.565" v="2349" actId="5793"/>
      <pc:docMkLst>
        <pc:docMk/>
      </pc:docMkLst>
      <pc:sldChg chg="addSp delSp modSp mod">
        <pc:chgData name="Megh Malvankar" userId="c4f20e5b56fb5963" providerId="LiveId" clId="{3A52CEB0-9DF3-4DBF-A89C-77B2345323EF}" dt="2026-02-10T07:34:21.674" v="1855" actId="14100"/>
        <pc:sldMkLst>
          <pc:docMk/>
          <pc:sldMk cId="0" sldId="256"/>
        </pc:sldMkLst>
        <pc:spChg chg="mod">
          <ac:chgData name="Megh Malvankar" userId="c4f20e5b56fb5963" providerId="LiveId" clId="{3A52CEB0-9DF3-4DBF-A89C-77B2345323EF}" dt="2026-02-10T06:22:32.471" v="1148" actId="113"/>
          <ac:spMkLst>
            <pc:docMk/>
            <pc:sldMk cId="0" sldId="256"/>
            <ac:spMk id="2" creationId="{00000000-0000-0000-0000-000000000000}"/>
          </ac:spMkLst>
        </pc:spChg>
        <pc:spChg chg="add mod">
          <ac:chgData name="Megh Malvankar" userId="c4f20e5b56fb5963" providerId="LiveId" clId="{3A52CEB0-9DF3-4DBF-A89C-77B2345323EF}" dt="2026-02-10T07:33:59.414" v="1852" actId="113"/>
          <ac:spMkLst>
            <pc:docMk/>
            <pc:sldMk cId="0" sldId="256"/>
            <ac:spMk id="4" creationId="{50A4D998-8F35-FCA5-E4C3-F6C0A4DEE4DC}"/>
          </ac:spMkLst>
        </pc:spChg>
        <pc:spChg chg="add mod">
          <ac:chgData name="Megh Malvankar" userId="c4f20e5b56fb5963" providerId="LiveId" clId="{3A52CEB0-9DF3-4DBF-A89C-77B2345323EF}" dt="2026-02-10T07:34:21.674" v="1855" actId="14100"/>
          <ac:spMkLst>
            <pc:docMk/>
            <pc:sldMk cId="0" sldId="256"/>
            <ac:spMk id="5" creationId="{CA532792-7647-6A1C-B988-C7997A26061D}"/>
          </ac:spMkLst>
        </pc:spChg>
      </pc:sldChg>
      <pc:sldChg chg="addSp delSp modSp mod">
        <pc:chgData name="Megh Malvankar" userId="c4f20e5b56fb5963" providerId="LiveId" clId="{3A52CEB0-9DF3-4DBF-A89C-77B2345323EF}" dt="2026-02-26T14:06:08.565" v="2349" actId="5793"/>
        <pc:sldMkLst>
          <pc:docMk/>
          <pc:sldMk cId="0" sldId="257"/>
        </pc:sldMkLst>
        <pc:spChg chg="mod">
          <ac:chgData name="Megh Malvankar" userId="c4f20e5b56fb5963" providerId="LiveId" clId="{3A52CEB0-9DF3-4DBF-A89C-77B2345323EF}" dt="2026-02-10T06:22:24.366" v="1147" actId="113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Megh Malvankar" userId="c4f20e5b56fb5963" providerId="LiveId" clId="{3A52CEB0-9DF3-4DBF-A89C-77B2345323EF}" dt="2026-02-26T14:05:13.289" v="2335"/>
          <ac:spMkLst>
            <pc:docMk/>
            <pc:sldMk cId="0" sldId="257"/>
            <ac:spMk id="3" creationId="{00000000-0000-0000-0000-000000000000}"/>
          </ac:spMkLst>
        </pc:spChg>
        <pc:spChg chg="add mod">
          <ac:chgData name="Megh Malvankar" userId="c4f20e5b56fb5963" providerId="LiveId" clId="{3A52CEB0-9DF3-4DBF-A89C-77B2345323EF}" dt="2026-02-26T14:06:08.565" v="2349" actId="5793"/>
          <ac:spMkLst>
            <pc:docMk/>
            <pc:sldMk cId="0" sldId="257"/>
            <ac:spMk id="4" creationId="{A409F06F-7BF3-C458-BECD-1A96D78CB38B}"/>
          </ac:spMkLst>
        </pc:spChg>
      </pc:sldChg>
      <pc:sldChg chg="modSp mod">
        <pc:chgData name="Megh Malvankar" userId="c4f20e5b56fb5963" providerId="LiveId" clId="{3A52CEB0-9DF3-4DBF-A89C-77B2345323EF}" dt="2026-02-10T07:17:32.900" v="1738" actId="20577"/>
        <pc:sldMkLst>
          <pc:docMk/>
          <pc:sldMk cId="0" sldId="258"/>
        </pc:sldMkLst>
        <pc:spChg chg="mod">
          <ac:chgData name="Megh Malvankar" userId="c4f20e5b56fb5963" providerId="LiveId" clId="{3A52CEB0-9DF3-4DBF-A89C-77B2345323EF}" dt="2026-02-10T06:22:15.682" v="1146" actId="113"/>
          <ac:spMkLst>
            <pc:docMk/>
            <pc:sldMk cId="0" sldId="258"/>
            <ac:spMk id="2" creationId="{00000000-0000-0000-0000-000000000000}"/>
          </ac:spMkLst>
        </pc:spChg>
        <pc:spChg chg="mod">
          <ac:chgData name="Megh Malvankar" userId="c4f20e5b56fb5963" providerId="LiveId" clId="{3A52CEB0-9DF3-4DBF-A89C-77B2345323EF}" dt="2026-02-10T07:17:32.900" v="1738" actId="20577"/>
          <ac:spMkLst>
            <pc:docMk/>
            <pc:sldMk cId="0" sldId="258"/>
            <ac:spMk id="3" creationId="{00000000-0000-0000-0000-000000000000}"/>
          </ac:spMkLst>
        </pc:spChg>
      </pc:sldChg>
      <pc:sldChg chg="addSp delSp modSp mod">
        <pc:chgData name="Megh Malvankar" userId="c4f20e5b56fb5963" providerId="LiveId" clId="{3A52CEB0-9DF3-4DBF-A89C-77B2345323EF}" dt="2026-02-16T13:04:16.888" v="2068" actId="20577"/>
        <pc:sldMkLst>
          <pc:docMk/>
          <pc:sldMk cId="0" sldId="261"/>
        </pc:sldMkLst>
        <pc:spChg chg="mod">
          <ac:chgData name="Megh Malvankar" userId="c4f20e5b56fb5963" providerId="LiveId" clId="{3A52CEB0-9DF3-4DBF-A89C-77B2345323EF}" dt="2026-02-16T13:04:16.888" v="2068" actId="20577"/>
          <ac:spMkLst>
            <pc:docMk/>
            <pc:sldMk cId="0" sldId="261"/>
            <ac:spMk id="2" creationId="{00000000-0000-0000-0000-000000000000}"/>
          </ac:spMkLst>
        </pc:spChg>
        <pc:spChg chg="add mod">
          <ac:chgData name="Megh Malvankar" userId="c4f20e5b56fb5963" providerId="LiveId" clId="{3A52CEB0-9DF3-4DBF-A89C-77B2345323EF}" dt="2026-02-10T06:01:23.355" v="982" actId="255"/>
          <ac:spMkLst>
            <pc:docMk/>
            <pc:sldMk cId="0" sldId="261"/>
            <ac:spMk id="10" creationId="{4125EB76-0105-EF50-B5BA-1BD5B1506EFB}"/>
          </ac:spMkLst>
        </pc:spChg>
        <pc:spChg chg="add mod">
          <ac:chgData name="Megh Malvankar" userId="c4f20e5b56fb5963" providerId="LiveId" clId="{3A52CEB0-9DF3-4DBF-A89C-77B2345323EF}" dt="2026-02-10T06:02:54.253" v="993" actId="14100"/>
          <ac:spMkLst>
            <pc:docMk/>
            <pc:sldMk cId="0" sldId="261"/>
            <ac:spMk id="11" creationId="{5971224B-BAA7-858A-1761-C66724219ABB}"/>
          </ac:spMkLst>
        </pc:spChg>
        <pc:picChg chg="add mod modCrop">
          <ac:chgData name="Megh Malvankar" userId="c4f20e5b56fb5963" providerId="LiveId" clId="{3A52CEB0-9DF3-4DBF-A89C-77B2345323EF}" dt="2026-02-10T06:01:38.079" v="983" actId="14100"/>
          <ac:picMkLst>
            <pc:docMk/>
            <pc:sldMk cId="0" sldId="261"/>
            <ac:picMk id="5" creationId="{DB794663-FA29-25A0-A3E5-21ACDA122480}"/>
          </ac:picMkLst>
        </pc:picChg>
        <pc:picChg chg="add mod modCrop">
          <ac:chgData name="Megh Malvankar" userId="c4f20e5b56fb5963" providerId="LiveId" clId="{3A52CEB0-9DF3-4DBF-A89C-77B2345323EF}" dt="2026-02-10T06:01:44.890" v="984" actId="14100"/>
          <ac:picMkLst>
            <pc:docMk/>
            <pc:sldMk cId="0" sldId="261"/>
            <ac:picMk id="7" creationId="{91B8F1B1-A5B2-3C1E-6092-9066925C2BA5}"/>
          </ac:picMkLst>
        </pc:picChg>
      </pc:sldChg>
      <pc:sldChg chg="addSp delSp modSp mod">
        <pc:chgData name="Megh Malvankar" userId="c4f20e5b56fb5963" providerId="LiveId" clId="{3A52CEB0-9DF3-4DBF-A89C-77B2345323EF}" dt="2026-02-26T14:01:47.205" v="2327" actId="14100"/>
        <pc:sldMkLst>
          <pc:docMk/>
          <pc:sldMk cId="0" sldId="262"/>
        </pc:sldMkLst>
        <pc:spChg chg="mod">
          <ac:chgData name="Megh Malvankar" userId="c4f20e5b56fb5963" providerId="LiveId" clId="{3A52CEB0-9DF3-4DBF-A89C-77B2345323EF}" dt="2026-02-16T13:05:22.872" v="2088" actId="20577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Megh Malvankar" userId="c4f20e5b56fb5963" providerId="LiveId" clId="{3A52CEB0-9DF3-4DBF-A89C-77B2345323EF}" dt="2026-02-26T14:01:37.835" v="2324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Megh Malvankar" userId="c4f20e5b56fb5963" providerId="LiveId" clId="{3A52CEB0-9DF3-4DBF-A89C-77B2345323EF}" dt="2026-02-26T14:01:47.205" v="2327" actId="14100"/>
          <ac:spMkLst>
            <pc:docMk/>
            <pc:sldMk cId="0" sldId="262"/>
            <ac:spMk id="4" creationId="{1AD9B124-951C-C0AC-D0FF-E3D9A75ED8CE}"/>
          </ac:spMkLst>
        </pc:spChg>
        <pc:spChg chg="add mod">
          <ac:chgData name="Megh Malvankar" userId="c4f20e5b56fb5963" providerId="LiveId" clId="{3A52CEB0-9DF3-4DBF-A89C-77B2345323EF}" dt="2026-02-10T06:11:28.712" v="1069" actId="14100"/>
          <ac:spMkLst>
            <pc:docMk/>
            <pc:sldMk cId="0" sldId="262"/>
            <ac:spMk id="10" creationId="{7FAB40E7-61C4-8789-E7BD-CC795E31B0FD}"/>
          </ac:spMkLst>
        </pc:spChg>
        <pc:spChg chg="add mod">
          <ac:chgData name="Megh Malvankar" userId="c4f20e5b56fb5963" providerId="LiveId" clId="{3A52CEB0-9DF3-4DBF-A89C-77B2345323EF}" dt="2026-02-10T06:11:43.902" v="1072" actId="14100"/>
          <ac:spMkLst>
            <pc:docMk/>
            <pc:sldMk cId="0" sldId="262"/>
            <ac:spMk id="11" creationId="{F0189405-E295-B85F-B2EB-C965E17511F8}"/>
          </ac:spMkLst>
        </pc:spChg>
        <pc:spChg chg="add mod">
          <ac:chgData name="Megh Malvankar" userId="c4f20e5b56fb5963" providerId="LiveId" clId="{3A52CEB0-9DF3-4DBF-A89C-77B2345323EF}" dt="2026-02-10T06:13:32.860" v="1087" actId="14100"/>
          <ac:spMkLst>
            <pc:docMk/>
            <pc:sldMk cId="0" sldId="262"/>
            <ac:spMk id="12" creationId="{FC04C375-1383-3484-AC33-DB37B55A53F4}"/>
          </ac:spMkLst>
        </pc:spChg>
        <pc:picChg chg="add mod modCrop">
          <ac:chgData name="Megh Malvankar" userId="c4f20e5b56fb5963" providerId="LiveId" clId="{3A52CEB0-9DF3-4DBF-A89C-77B2345323EF}" dt="2026-02-10T06:11:34.899" v="1071" actId="14100"/>
          <ac:picMkLst>
            <pc:docMk/>
            <pc:sldMk cId="0" sldId="262"/>
            <ac:picMk id="5" creationId="{FB384B40-DB85-805C-D1E7-5912EE4546A5}"/>
          </ac:picMkLst>
        </pc:picChg>
        <pc:picChg chg="add mod modCrop">
          <ac:chgData name="Megh Malvankar" userId="c4f20e5b56fb5963" providerId="LiveId" clId="{3A52CEB0-9DF3-4DBF-A89C-77B2345323EF}" dt="2026-02-10T06:11:11.895" v="1068" actId="1076"/>
          <ac:picMkLst>
            <pc:docMk/>
            <pc:sldMk cId="0" sldId="262"/>
            <ac:picMk id="7" creationId="{00745E4A-051C-5FF9-BFA3-CD5F5DC45A58}"/>
          </ac:picMkLst>
        </pc:picChg>
        <pc:picChg chg="add mod modCrop">
          <ac:chgData name="Megh Malvankar" userId="c4f20e5b56fb5963" providerId="LiveId" clId="{3A52CEB0-9DF3-4DBF-A89C-77B2345323EF}" dt="2026-02-10T06:13:35.747" v="1088" actId="1076"/>
          <ac:picMkLst>
            <pc:docMk/>
            <pc:sldMk cId="0" sldId="262"/>
            <ac:picMk id="9" creationId="{96436159-8500-1B45-9C4B-5BB6862CA911}"/>
          </ac:picMkLst>
        </pc:picChg>
      </pc:sldChg>
      <pc:sldChg chg="addSp delSp modSp mod">
        <pc:chgData name="Megh Malvankar" userId="c4f20e5b56fb5963" providerId="LiveId" clId="{3A52CEB0-9DF3-4DBF-A89C-77B2345323EF}" dt="2026-02-16T13:05:55.914" v="2094" actId="113"/>
        <pc:sldMkLst>
          <pc:docMk/>
          <pc:sldMk cId="0" sldId="263"/>
        </pc:sldMkLst>
        <pc:spChg chg="mod">
          <ac:chgData name="Megh Malvankar" userId="c4f20e5b56fb5963" providerId="LiveId" clId="{3A52CEB0-9DF3-4DBF-A89C-77B2345323EF}" dt="2026-02-16T13:05:55.914" v="2094" actId="113"/>
          <ac:spMkLst>
            <pc:docMk/>
            <pc:sldMk cId="0" sldId="263"/>
            <ac:spMk id="2" creationId="{00000000-0000-0000-0000-000000000000}"/>
          </ac:spMkLst>
        </pc:spChg>
        <pc:spChg chg="add mod">
          <ac:chgData name="Megh Malvankar" userId="c4f20e5b56fb5963" providerId="LiveId" clId="{3A52CEB0-9DF3-4DBF-A89C-77B2345323EF}" dt="2026-02-10T06:20:12.471" v="1132" actId="255"/>
          <ac:spMkLst>
            <pc:docMk/>
            <pc:sldMk cId="0" sldId="263"/>
            <ac:spMk id="8" creationId="{2B38D32E-30C9-7F49-0D75-7AE0D953BFB2}"/>
          </ac:spMkLst>
        </pc:spChg>
        <pc:picChg chg="add mod modCrop">
          <ac:chgData name="Megh Malvankar" userId="c4f20e5b56fb5963" providerId="LiveId" clId="{3A52CEB0-9DF3-4DBF-A89C-77B2345323EF}" dt="2026-02-10T06:19:51.121" v="1130" actId="14100"/>
          <ac:picMkLst>
            <pc:docMk/>
            <pc:sldMk cId="0" sldId="263"/>
            <ac:picMk id="5" creationId="{8B88164A-B21E-78CC-D6EF-DC7A909E8F17}"/>
          </ac:picMkLst>
        </pc:picChg>
        <pc:picChg chg="add mod modCrop">
          <ac:chgData name="Megh Malvankar" userId="c4f20e5b56fb5963" providerId="LiveId" clId="{3A52CEB0-9DF3-4DBF-A89C-77B2345323EF}" dt="2026-02-10T06:19:57.218" v="1131" actId="14100"/>
          <ac:picMkLst>
            <pc:docMk/>
            <pc:sldMk cId="0" sldId="263"/>
            <ac:picMk id="7" creationId="{763CDCDA-0C0F-1EA4-EAB8-5FB6F72CC664}"/>
          </ac:picMkLst>
        </pc:picChg>
      </pc:sldChg>
      <pc:sldChg chg="addSp delSp modSp mod ord">
        <pc:chgData name="Megh Malvankar" userId="c4f20e5b56fb5963" providerId="LiveId" clId="{3A52CEB0-9DF3-4DBF-A89C-77B2345323EF}" dt="2026-02-26T13:43:00.829" v="2168" actId="14100"/>
        <pc:sldMkLst>
          <pc:docMk/>
          <pc:sldMk cId="0" sldId="264"/>
        </pc:sldMkLst>
        <pc:spChg chg="mod">
          <ac:chgData name="Megh Malvankar" userId="c4f20e5b56fb5963" providerId="LiveId" clId="{3A52CEB0-9DF3-4DBF-A89C-77B2345323EF}" dt="2026-02-10T06:22:07.967" v="1145" actId="113"/>
          <ac:spMkLst>
            <pc:docMk/>
            <pc:sldMk cId="0" sldId="264"/>
            <ac:spMk id="2" creationId="{00000000-0000-0000-0000-000000000000}"/>
          </ac:spMkLst>
        </pc:spChg>
        <pc:spChg chg="add del mod">
          <ac:chgData name="Megh Malvankar" userId="c4f20e5b56fb5963" providerId="LiveId" clId="{3A52CEB0-9DF3-4DBF-A89C-77B2345323EF}" dt="2026-02-26T13:42:59.374" v="2162"/>
          <ac:spMkLst>
            <pc:docMk/>
            <pc:sldMk cId="0" sldId="264"/>
            <ac:spMk id="3" creationId="{00000000-0000-0000-0000-000000000000}"/>
          </ac:spMkLst>
        </pc:spChg>
        <pc:spChg chg="add mod">
          <ac:chgData name="Megh Malvankar" userId="c4f20e5b56fb5963" providerId="LiveId" clId="{3A52CEB0-9DF3-4DBF-A89C-77B2345323EF}" dt="2026-02-26T13:43:00.829" v="2168" actId="14100"/>
          <ac:spMkLst>
            <pc:docMk/>
            <pc:sldMk cId="0" sldId="264"/>
            <ac:spMk id="4" creationId="{E7CF92A7-DC15-8017-C91B-880E740BB84B}"/>
          </ac:spMkLst>
        </pc:spChg>
        <pc:picChg chg="add mod modCrop">
          <ac:chgData name="Megh Malvankar" userId="c4f20e5b56fb5963" providerId="LiveId" clId="{3A52CEB0-9DF3-4DBF-A89C-77B2345323EF}" dt="2026-02-10T07:09:07.604" v="1706" actId="14100"/>
          <ac:picMkLst>
            <pc:docMk/>
            <pc:sldMk cId="0" sldId="264"/>
            <ac:picMk id="5" creationId="{939C580A-C67E-CE09-33A8-4C2B780DF04A}"/>
          </ac:picMkLst>
        </pc:picChg>
      </pc:sldChg>
      <pc:sldChg chg="modSp mod">
        <pc:chgData name="Megh Malvankar" userId="c4f20e5b56fb5963" providerId="LiveId" clId="{3A52CEB0-9DF3-4DBF-A89C-77B2345323EF}" dt="2026-02-10T07:00:50.009" v="1655" actId="20577"/>
        <pc:sldMkLst>
          <pc:docMk/>
          <pc:sldMk cId="0" sldId="265"/>
        </pc:sldMkLst>
        <pc:spChg chg="mod">
          <ac:chgData name="Megh Malvankar" userId="c4f20e5b56fb5963" providerId="LiveId" clId="{3A52CEB0-9DF3-4DBF-A89C-77B2345323EF}" dt="2026-02-10T06:45:33.615" v="1297" actId="113"/>
          <ac:spMkLst>
            <pc:docMk/>
            <pc:sldMk cId="0" sldId="265"/>
            <ac:spMk id="2" creationId="{00000000-0000-0000-0000-000000000000}"/>
          </ac:spMkLst>
        </pc:spChg>
        <pc:spChg chg="mod">
          <ac:chgData name="Megh Malvankar" userId="c4f20e5b56fb5963" providerId="LiveId" clId="{3A52CEB0-9DF3-4DBF-A89C-77B2345323EF}" dt="2026-02-10T07:00:50.009" v="1655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Megh Malvankar" userId="c4f20e5b56fb5963" providerId="LiveId" clId="{3A52CEB0-9DF3-4DBF-A89C-77B2345323EF}" dt="2026-02-16T13:00:23.428" v="1965" actId="20577"/>
        <pc:sldMkLst>
          <pc:docMk/>
          <pc:sldMk cId="1184379058" sldId="267"/>
        </pc:sldMkLst>
        <pc:spChg chg="mod">
          <ac:chgData name="Megh Malvankar" userId="c4f20e5b56fb5963" providerId="LiveId" clId="{3A52CEB0-9DF3-4DBF-A89C-77B2345323EF}" dt="2026-02-10T06:22:00.056" v="1144" actId="113"/>
          <ac:spMkLst>
            <pc:docMk/>
            <pc:sldMk cId="1184379058" sldId="267"/>
            <ac:spMk id="2" creationId="{2D66BB52-CBD3-50FD-9EA9-AED8BC8DE73D}"/>
          </ac:spMkLst>
        </pc:spChg>
        <pc:spChg chg="mod">
          <ac:chgData name="Megh Malvankar" userId="c4f20e5b56fb5963" providerId="LiveId" clId="{3A52CEB0-9DF3-4DBF-A89C-77B2345323EF}" dt="2026-02-16T13:00:23.428" v="1965" actId="20577"/>
          <ac:spMkLst>
            <pc:docMk/>
            <pc:sldMk cId="1184379058" sldId="267"/>
            <ac:spMk id="3" creationId="{22A4AB94-269F-1A86-4C3F-6CD140445041}"/>
          </ac:spMkLst>
        </pc:spChg>
      </pc:sldChg>
      <pc:sldChg chg="addSp delSp modSp add mod setBg">
        <pc:chgData name="Megh Malvankar" userId="c4f20e5b56fb5963" providerId="LiveId" clId="{3A52CEB0-9DF3-4DBF-A89C-77B2345323EF}" dt="2026-02-26T13:56:43.654" v="2308" actId="1076"/>
        <pc:sldMkLst>
          <pc:docMk/>
          <pc:sldMk cId="2991509692" sldId="269"/>
        </pc:sldMkLst>
        <pc:spChg chg="mod">
          <ac:chgData name="Megh Malvankar" userId="c4f20e5b56fb5963" providerId="LiveId" clId="{3A52CEB0-9DF3-4DBF-A89C-77B2345323EF}" dt="2026-02-16T13:01:55.972" v="2040" actId="113"/>
          <ac:spMkLst>
            <pc:docMk/>
            <pc:sldMk cId="2991509692" sldId="269"/>
            <ac:spMk id="2" creationId="{549FD794-7338-F37C-1D27-7CDF774A2D3E}"/>
          </ac:spMkLst>
        </pc:spChg>
        <pc:spChg chg="del mod">
          <ac:chgData name="Megh Malvankar" userId="c4f20e5b56fb5963" providerId="LiveId" clId="{3A52CEB0-9DF3-4DBF-A89C-77B2345323EF}" dt="2026-02-26T13:55:40.751" v="2292"/>
          <ac:spMkLst>
            <pc:docMk/>
            <pc:sldMk cId="2991509692" sldId="269"/>
            <ac:spMk id="3" creationId="{13349CEB-7F42-972F-89C9-C6147440808B}"/>
          </ac:spMkLst>
        </pc:spChg>
        <pc:spChg chg="add del mod">
          <ac:chgData name="Megh Malvankar" userId="c4f20e5b56fb5963" providerId="LiveId" clId="{3A52CEB0-9DF3-4DBF-A89C-77B2345323EF}" dt="2026-02-26T13:44:41.255" v="2172" actId="478"/>
          <ac:spMkLst>
            <pc:docMk/>
            <pc:sldMk cId="2991509692" sldId="269"/>
            <ac:spMk id="4" creationId="{64526A14-900D-09E3-B616-A6ACD9EC0DF7}"/>
          </ac:spMkLst>
        </pc:spChg>
        <pc:spChg chg="add del mod">
          <ac:chgData name="Megh Malvankar" userId="c4f20e5b56fb5963" providerId="LiveId" clId="{3A52CEB0-9DF3-4DBF-A89C-77B2345323EF}" dt="2026-02-26T13:56:36.964" v="2304" actId="21"/>
          <ac:spMkLst>
            <pc:docMk/>
            <pc:sldMk cId="2991509692" sldId="269"/>
            <ac:spMk id="5" creationId="{F107C062-69EA-0B7C-75FF-9E7BE62902D1}"/>
          </ac:spMkLst>
        </pc:spChg>
        <pc:spChg chg="add mod">
          <ac:chgData name="Megh Malvankar" userId="c4f20e5b56fb5963" providerId="LiveId" clId="{3A52CEB0-9DF3-4DBF-A89C-77B2345323EF}" dt="2026-02-26T13:56:04.274" v="2296" actId="113"/>
          <ac:spMkLst>
            <pc:docMk/>
            <pc:sldMk cId="2991509692" sldId="269"/>
            <ac:spMk id="6" creationId="{C321301F-4D24-DE0F-6796-AA87EE84A63E}"/>
          </ac:spMkLst>
        </pc:spChg>
        <pc:picChg chg="mod modCrop">
          <ac:chgData name="Megh Malvankar" userId="c4f20e5b56fb5963" providerId="LiveId" clId="{3A52CEB0-9DF3-4DBF-A89C-77B2345323EF}" dt="2026-02-26T13:56:38.253" v="2305" actId="1076"/>
          <ac:picMkLst>
            <pc:docMk/>
            <pc:sldMk cId="2991509692" sldId="269"/>
            <ac:picMk id="13" creationId="{23B6E17E-31FE-70D9-1A4C-136B0726ABE8}"/>
          </ac:picMkLst>
        </pc:picChg>
        <pc:picChg chg="mod modCrop">
          <ac:chgData name="Megh Malvankar" userId="c4f20e5b56fb5963" providerId="LiveId" clId="{3A52CEB0-9DF3-4DBF-A89C-77B2345323EF}" dt="2026-02-26T13:56:43.654" v="2308" actId="1076"/>
          <ac:picMkLst>
            <pc:docMk/>
            <pc:sldMk cId="2991509692" sldId="269"/>
            <ac:picMk id="15" creationId="{72221BE3-BB4F-EA2B-33AE-E1402E64B063}"/>
          </ac:picMkLst>
        </pc:picChg>
        <pc:picChg chg="mod modCrop">
          <ac:chgData name="Megh Malvankar" userId="c4f20e5b56fb5963" providerId="LiveId" clId="{3A52CEB0-9DF3-4DBF-A89C-77B2345323EF}" dt="2026-02-26T13:56:40.918" v="2306" actId="1076"/>
          <ac:picMkLst>
            <pc:docMk/>
            <pc:sldMk cId="2991509692" sldId="269"/>
            <ac:picMk id="17" creationId="{11957768-E966-1BBE-0DD8-F26C7ECAE547}"/>
          </ac:picMkLst>
        </pc:picChg>
        <pc:picChg chg="mod modCrop">
          <ac:chgData name="Megh Malvankar" userId="c4f20e5b56fb5963" providerId="LiveId" clId="{3A52CEB0-9DF3-4DBF-A89C-77B2345323EF}" dt="2026-02-26T13:56:42.101" v="2307" actId="1076"/>
          <ac:picMkLst>
            <pc:docMk/>
            <pc:sldMk cId="2991509692" sldId="269"/>
            <ac:picMk id="19" creationId="{92B0B8DE-3DD6-932F-F785-D00590783E71}"/>
          </ac:picMkLst>
        </pc:picChg>
      </pc:sldChg>
      <pc:sldChg chg="addSp delSp modSp add mod setBg">
        <pc:chgData name="Megh Malvankar" userId="c4f20e5b56fb5963" providerId="LiveId" clId="{3A52CEB0-9DF3-4DBF-A89C-77B2345323EF}" dt="2026-02-16T13:02:41.506" v="2046" actId="20577"/>
        <pc:sldMkLst>
          <pc:docMk/>
          <pc:sldMk cId="1482771818" sldId="270"/>
        </pc:sldMkLst>
        <pc:spChg chg="mod">
          <ac:chgData name="Megh Malvankar" userId="c4f20e5b56fb5963" providerId="LiveId" clId="{3A52CEB0-9DF3-4DBF-A89C-77B2345323EF}" dt="2026-02-16T13:02:41.506" v="2046" actId="20577"/>
          <ac:spMkLst>
            <pc:docMk/>
            <pc:sldMk cId="1482771818" sldId="270"/>
            <ac:spMk id="2" creationId="{9EB3801E-AD6E-8CDF-B5D8-781EA5447FC3}"/>
          </ac:spMkLst>
        </pc:spChg>
        <pc:spChg chg="add mod">
          <ac:chgData name="Megh Malvankar" userId="c4f20e5b56fb5963" providerId="LiveId" clId="{3A52CEB0-9DF3-4DBF-A89C-77B2345323EF}" dt="2026-02-10T05:43:51.455" v="873" actId="255"/>
          <ac:spMkLst>
            <pc:docMk/>
            <pc:sldMk cId="1482771818" sldId="270"/>
            <ac:spMk id="8" creationId="{6F700D25-F191-7ADE-36F5-DB5496FF1ABC}"/>
          </ac:spMkLst>
        </pc:spChg>
        <pc:picChg chg="add mod modCrop">
          <ac:chgData name="Megh Malvankar" userId="c4f20e5b56fb5963" providerId="LiveId" clId="{3A52CEB0-9DF3-4DBF-A89C-77B2345323EF}" dt="2026-02-10T06:42:20.726" v="1269" actId="14100"/>
          <ac:picMkLst>
            <pc:docMk/>
            <pc:sldMk cId="1482771818" sldId="270"/>
            <ac:picMk id="5" creationId="{29DBEF37-6A4F-E32A-6078-32DBB929C8E0}"/>
          </ac:picMkLst>
        </pc:picChg>
        <pc:picChg chg="add mod modCrop">
          <ac:chgData name="Megh Malvankar" userId="c4f20e5b56fb5963" providerId="LiveId" clId="{3A52CEB0-9DF3-4DBF-A89C-77B2345323EF}" dt="2026-02-10T06:42:33.040" v="1272" actId="14100"/>
          <ac:picMkLst>
            <pc:docMk/>
            <pc:sldMk cId="1482771818" sldId="270"/>
            <ac:picMk id="7" creationId="{B0C6E226-5B13-F2B0-1117-2A71D9963BF8}"/>
          </ac:picMkLst>
        </pc:picChg>
      </pc:sldChg>
      <pc:sldChg chg="addSp delSp modSp add mod setBg">
        <pc:chgData name="Megh Malvankar" userId="c4f20e5b56fb5963" providerId="LiveId" clId="{3A52CEB0-9DF3-4DBF-A89C-77B2345323EF}" dt="2026-02-16T13:03:10.527" v="2052" actId="20577"/>
        <pc:sldMkLst>
          <pc:docMk/>
          <pc:sldMk cId="3542409231" sldId="271"/>
        </pc:sldMkLst>
        <pc:spChg chg="mod">
          <ac:chgData name="Megh Malvankar" userId="c4f20e5b56fb5963" providerId="LiveId" clId="{3A52CEB0-9DF3-4DBF-A89C-77B2345323EF}" dt="2026-02-16T13:03:10.527" v="2052" actId="20577"/>
          <ac:spMkLst>
            <pc:docMk/>
            <pc:sldMk cId="3542409231" sldId="271"/>
            <ac:spMk id="2" creationId="{4C9D8224-B21E-CB6D-2588-500FCBE1C50A}"/>
          </ac:spMkLst>
        </pc:spChg>
        <pc:spChg chg="add mod">
          <ac:chgData name="Megh Malvankar" userId="c4f20e5b56fb5963" providerId="LiveId" clId="{3A52CEB0-9DF3-4DBF-A89C-77B2345323EF}" dt="2026-02-10T05:49:18.565" v="911" actId="255"/>
          <ac:spMkLst>
            <pc:docMk/>
            <pc:sldMk cId="3542409231" sldId="271"/>
            <ac:spMk id="14" creationId="{67488B39-6607-A218-7C02-3AF5DB11BD5A}"/>
          </ac:spMkLst>
        </pc:spChg>
        <pc:picChg chg="add mod modCrop">
          <ac:chgData name="Megh Malvankar" userId="c4f20e5b56fb5963" providerId="LiveId" clId="{3A52CEB0-9DF3-4DBF-A89C-77B2345323EF}" dt="2026-02-10T05:46:07.471" v="891" actId="732"/>
          <ac:picMkLst>
            <pc:docMk/>
            <pc:sldMk cId="3542409231" sldId="271"/>
            <ac:picMk id="6" creationId="{55AA328C-5420-97F5-CAA0-7495648E4285}"/>
          </ac:picMkLst>
        </pc:picChg>
        <pc:picChg chg="add mod modCrop">
          <ac:chgData name="Megh Malvankar" userId="c4f20e5b56fb5963" providerId="LiveId" clId="{3A52CEB0-9DF3-4DBF-A89C-77B2345323EF}" dt="2026-02-10T05:47:19.745" v="902" actId="14100"/>
          <ac:picMkLst>
            <pc:docMk/>
            <pc:sldMk cId="3542409231" sldId="271"/>
            <ac:picMk id="8" creationId="{9A9EC311-7566-CCF3-356C-5743601D4C35}"/>
          </ac:picMkLst>
        </pc:picChg>
        <pc:picChg chg="add mod modCrop">
          <ac:chgData name="Megh Malvankar" userId="c4f20e5b56fb5963" providerId="LiveId" clId="{3A52CEB0-9DF3-4DBF-A89C-77B2345323EF}" dt="2026-02-10T05:46:35.572" v="895" actId="14100"/>
          <ac:picMkLst>
            <pc:docMk/>
            <pc:sldMk cId="3542409231" sldId="271"/>
            <ac:picMk id="11" creationId="{C66EDDC8-4BD5-0BD4-873C-A5A83EC1360E}"/>
          </ac:picMkLst>
        </pc:picChg>
        <pc:picChg chg="add mod modCrop">
          <ac:chgData name="Megh Malvankar" userId="c4f20e5b56fb5963" providerId="LiveId" clId="{3A52CEB0-9DF3-4DBF-A89C-77B2345323EF}" dt="2026-02-10T05:47:13.669" v="901" actId="14100"/>
          <ac:picMkLst>
            <pc:docMk/>
            <pc:sldMk cId="3542409231" sldId="271"/>
            <ac:picMk id="13" creationId="{05E70872-1AB0-0403-FBDE-F27CC5EA9C65}"/>
          </ac:picMkLst>
        </pc:picChg>
      </pc:sldChg>
      <pc:sldChg chg="addSp delSp modSp add mod setBg">
        <pc:chgData name="Megh Malvankar" userId="c4f20e5b56fb5963" providerId="LiveId" clId="{3A52CEB0-9DF3-4DBF-A89C-77B2345323EF}" dt="2026-02-26T13:58:41.431" v="2313" actId="14100"/>
        <pc:sldMkLst>
          <pc:docMk/>
          <pc:sldMk cId="3818372939" sldId="272"/>
        </pc:sldMkLst>
        <pc:spChg chg="mod">
          <ac:chgData name="Megh Malvankar" userId="c4f20e5b56fb5963" providerId="LiveId" clId="{3A52CEB0-9DF3-4DBF-A89C-77B2345323EF}" dt="2026-02-16T13:03:51.554" v="2058" actId="20577"/>
          <ac:spMkLst>
            <pc:docMk/>
            <pc:sldMk cId="3818372939" sldId="272"/>
            <ac:spMk id="2" creationId="{E64B1B6E-F159-8699-B060-6DB45F7FD6D7}"/>
          </ac:spMkLst>
        </pc:spChg>
        <pc:spChg chg="del mod">
          <ac:chgData name="Megh Malvankar" userId="c4f20e5b56fb5963" providerId="LiveId" clId="{3A52CEB0-9DF3-4DBF-A89C-77B2345323EF}" dt="2026-02-26T13:58:30.539" v="2310"/>
          <ac:spMkLst>
            <pc:docMk/>
            <pc:sldMk cId="3818372939" sldId="272"/>
            <ac:spMk id="3" creationId="{162744E8-4286-1EDC-BBFD-2F11395FC37A}"/>
          </ac:spMkLst>
        </pc:spChg>
        <pc:spChg chg="add mod">
          <ac:chgData name="Megh Malvankar" userId="c4f20e5b56fb5963" providerId="LiveId" clId="{3A52CEB0-9DF3-4DBF-A89C-77B2345323EF}" dt="2026-02-26T13:58:41.431" v="2313" actId="14100"/>
          <ac:spMkLst>
            <pc:docMk/>
            <pc:sldMk cId="3818372939" sldId="272"/>
            <ac:spMk id="4" creationId="{3F15ABF5-BAE6-5596-8ADF-D8C6D183738E}"/>
          </ac:spMkLst>
        </pc:spChg>
        <pc:spChg chg="add mod">
          <ac:chgData name="Megh Malvankar" userId="c4f20e5b56fb5963" providerId="LiveId" clId="{3A52CEB0-9DF3-4DBF-A89C-77B2345323EF}" dt="2026-02-10T05:53:33.746" v="942" actId="255"/>
          <ac:spMkLst>
            <pc:docMk/>
            <pc:sldMk cId="3818372939" sldId="272"/>
            <ac:spMk id="14" creationId="{1E54E4FD-1E37-4BB5-2F08-9C41B80814FB}"/>
          </ac:spMkLst>
        </pc:spChg>
        <pc:picChg chg="add mod modCrop">
          <ac:chgData name="Megh Malvankar" userId="c4f20e5b56fb5963" providerId="LiveId" clId="{3A52CEB0-9DF3-4DBF-A89C-77B2345323EF}" dt="2026-02-10T06:41:11.467" v="1262" actId="14100"/>
          <ac:picMkLst>
            <pc:docMk/>
            <pc:sldMk cId="3818372939" sldId="272"/>
            <ac:picMk id="5" creationId="{39769C8F-C09E-D729-C9FB-0F026E2FB079}"/>
          </ac:picMkLst>
        </pc:picChg>
        <pc:picChg chg="add mod modCrop">
          <ac:chgData name="Megh Malvankar" userId="c4f20e5b56fb5963" providerId="LiveId" clId="{3A52CEB0-9DF3-4DBF-A89C-77B2345323EF}" dt="2026-02-10T05:52:12.541" v="933" actId="1076"/>
          <ac:picMkLst>
            <pc:docMk/>
            <pc:sldMk cId="3818372939" sldId="272"/>
            <ac:picMk id="9" creationId="{26B3757D-3E06-DC5E-9A90-86767A40AB66}"/>
          </ac:picMkLst>
        </pc:picChg>
        <pc:picChg chg="add mod modCrop">
          <ac:chgData name="Megh Malvankar" userId="c4f20e5b56fb5963" providerId="LiveId" clId="{3A52CEB0-9DF3-4DBF-A89C-77B2345323EF}" dt="2026-02-10T06:41:15.095" v="1263" actId="14100"/>
          <ac:picMkLst>
            <pc:docMk/>
            <pc:sldMk cId="3818372939" sldId="272"/>
            <ac:picMk id="11" creationId="{F8569B5E-DFE8-96DE-1C49-FFBE33F1BC44}"/>
          </ac:picMkLst>
        </pc:picChg>
        <pc:picChg chg="add mod modCrop">
          <ac:chgData name="Megh Malvankar" userId="c4f20e5b56fb5963" providerId="LiveId" clId="{3A52CEB0-9DF3-4DBF-A89C-77B2345323EF}" dt="2026-02-10T05:52:22.857" v="934" actId="14100"/>
          <ac:picMkLst>
            <pc:docMk/>
            <pc:sldMk cId="3818372939" sldId="272"/>
            <ac:picMk id="13" creationId="{82BCE928-2093-6955-AF6D-FE2951BAAD1F}"/>
          </ac:picMkLst>
        </pc:picChg>
      </pc:sldChg>
      <pc:sldChg chg="addSp delSp modSp add mod setBg">
        <pc:chgData name="Megh Malvankar" userId="c4f20e5b56fb5963" providerId="LiveId" clId="{3A52CEB0-9DF3-4DBF-A89C-77B2345323EF}" dt="2026-02-16T13:06:25.538" v="2099" actId="113"/>
        <pc:sldMkLst>
          <pc:docMk/>
          <pc:sldMk cId="3866088541" sldId="273"/>
        </pc:sldMkLst>
        <pc:spChg chg="mod">
          <ac:chgData name="Megh Malvankar" userId="c4f20e5b56fb5963" providerId="LiveId" clId="{3A52CEB0-9DF3-4DBF-A89C-77B2345323EF}" dt="2026-02-16T13:06:25.538" v="2099" actId="113"/>
          <ac:spMkLst>
            <pc:docMk/>
            <pc:sldMk cId="3866088541" sldId="273"/>
            <ac:spMk id="2" creationId="{7910F6FC-6D84-0894-909D-FF5563396066}"/>
          </ac:spMkLst>
        </pc:spChg>
        <pc:spChg chg="add mod">
          <ac:chgData name="Megh Malvankar" userId="c4f20e5b56fb5963" providerId="LiveId" clId="{3A52CEB0-9DF3-4DBF-A89C-77B2345323EF}" dt="2026-02-10T06:38:05" v="1245" actId="1076"/>
          <ac:spMkLst>
            <pc:docMk/>
            <pc:sldMk cId="3866088541" sldId="273"/>
            <ac:spMk id="14" creationId="{8DDAD8F7-44C0-445B-6D6E-0C2D8C0401AE}"/>
          </ac:spMkLst>
        </pc:spChg>
        <pc:spChg chg="add mod">
          <ac:chgData name="Megh Malvankar" userId="c4f20e5b56fb5963" providerId="LiveId" clId="{3A52CEB0-9DF3-4DBF-A89C-77B2345323EF}" dt="2026-02-10T06:32:45.410" v="1219" actId="1076"/>
          <ac:spMkLst>
            <pc:docMk/>
            <pc:sldMk cId="3866088541" sldId="273"/>
            <ac:spMk id="15" creationId="{27E6495B-ED09-929C-7916-3133F3D27422}"/>
          </ac:spMkLst>
        </pc:spChg>
        <pc:spChg chg="add mod">
          <ac:chgData name="Megh Malvankar" userId="c4f20e5b56fb5963" providerId="LiveId" clId="{3A52CEB0-9DF3-4DBF-A89C-77B2345323EF}" dt="2026-02-10T06:37:14.732" v="1239" actId="1076"/>
          <ac:spMkLst>
            <pc:docMk/>
            <pc:sldMk cId="3866088541" sldId="273"/>
            <ac:spMk id="16" creationId="{1C300FE6-B239-C65D-9868-A43CDDC4A3F9}"/>
          </ac:spMkLst>
        </pc:spChg>
        <pc:spChg chg="add mod">
          <ac:chgData name="Megh Malvankar" userId="c4f20e5b56fb5963" providerId="LiveId" clId="{3A52CEB0-9DF3-4DBF-A89C-77B2345323EF}" dt="2026-02-10T06:38:14.621" v="1247" actId="14100"/>
          <ac:spMkLst>
            <pc:docMk/>
            <pc:sldMk cId="3866088541" sldId="273"/>
            <ac:spMk id="17" creationId="{FA589C62-141C-5C1E-042F-9778A6CDA2FC}"/>
          </ac:spMkLst>
        </pc:spChg>
        <pc:picChg chg="add mod modCrop">
          <ac:chgData name="Megh Malvankar" userId="c4f20e5b56fb5963" providerId="LiveId" clId="{3A52CEB0-9DF3-4DBF-A89C-77B2345323EF}" dt="2026-02-10T06:32:41.403" v="1218" actId="1076"/>
          <ac:picMkLst>
            <pc:docMk/>
            <pc:sldMk cId="3866088541" sldId="273"/>
            <ac:picMk id="6" creationId="{1BAB00B2-5F1E-9B10-ABCB-570906070C17}"/>
          </ac:picMkLst>
        </pc:picChg>
        <pc:picChg chg="add mod modCrop">
          <ac:chgData name="Megh Malvankar" userId="c4f20e5b56fb5963" providerId="LiveId" clId="{3A52CEB0-9DF3-4DBF-A89C-77B2345323EF}" dt="2026-02-10T06:32:47.806" v="1220" actId="1076"/>
          <ac:picMkLst>
            <pc:docMk/>
            <pc:sldMk cId="3866088541" sldId="273"/>
            <ac:picMk id="9" creationId="{B1DFF81E-7A57-8CC8-F656-B17E7FAC99DA}"/>
          </ac:picMkLst>
        </pc:picChg>
        <pc:picChg chg="add mod modCrop">
          <ac:chgData name="Megh Malvankar" userId="c4f20e5b56fb5963" providerId="LiveId" clId="{3A52CEB0-9DF3-4DBF-A89C-77B2345323EF}" dt="2026-02-10T06:37:09.403" v="1238" actId="1076"/>
          <ac:picMkLst>
            <pc:docMk/>
            <pc:sldMk cId="3866088541" sldId="273"/>
            <ac:picMk id="11" creationId="{B4234767-18CD-8609-FAD7-B53B0585A07A}"/>
          </ac:picMkLst>
        </pc:picChg>
        <pc:picChg chg="add mod modCrop">
          <ac:chgData name="Megh Malvankar" userId="c4f20e5b56fb5963" providerId="LiveId" clId="{3A52CEB0-9DF3-4DBF-A89C-77B2345323EF}" dt="2026-02-10T06:37:21.154" v="1240" actId="1076"/>
          <ac:picMkLst>
            <pc:docMk/>
            <pc:sldMk cId="3866088541" sldId="273"/>
            <ac:picMk id="13" creationId="{006AE68C-7B12-2545-CD1F-77418B6AD35D}"/>
          </ac:picMkLst>
        </pc:picChg>
      </pc:sldChg>
      <pc:sldChg chg="addSp delSp modSp add mod setBg">
        <pc:chgData name="Megh Malvankar" userId="c4f20e5b56fb5963" providerId="LiveId" clId="{3A52CEB0-9DF3-4DBF-A89C-77B2345323EF}" dt="2026-02-26T14:03:03.302" v="2333" actId="14100"/>
        <pc:sldMkLst>
          <pc:docMk/>
          <pc:sldMk cId="714481941" sldId="274"/>
        </pc:sldMkLst>
        <pc:spChg chg="mod">
          <ac:chgData name="Megh Malvankar" userId="c4f20e5b56fb5963" providerId="LiveId" clId="{3A52CEB0-9DF3-4DBF-A89C-77B2345323EF}" dt="2026-02-16T13:07:00.873" v="2103" actId="113"/>
          <ac:spMkLst>
            <pc:docMk/>
            <pc:sldMk cId="714481941" sldId="274"/>
            <ac:spMk id="2" creationId="{0EB41F26-1F47-080E-CE52-35159F3E57FA}"/>
          </ac:spMkLst>
        </pc:spChg>
        <pc:spChg chg="del mod">
          <ac:chgData name="Megh Malvankar" userId="c4f20e5b56fb5963" providerId="LiveId" clId="{3A52CEB0-9DF3-4DBF-A89C-77B2345323EF}" dt="2026-02-26T14:02:51.356" v="2330"/>
          <ac:spMkLst>
            <pc:docMk/>
            <pc:sldMk cId="714481941" sldId="274"/>
            <ac:spMk id="3" creationId="{0F98DA72-606F-271A-FE13-C7E43FF86952}"/>
          </ac:spMkLst>
        </pc:spChg>
        <pc:spChg chg="add mod">
          <ac:chgData name="Megh Malvankar" userId="c4f20e5b56fb5963" providerId="LiveId" clId="{3A52CEB0-9DF3-4DBF-A89C-77B2345323EF}" dt="2026-02-26T14:03:03.302" v="2333" actId="14100"/>
          <ac:spMkLst>
            <pc:docMk/>
            <pc:sldMk cId="714481941" sldId="274"/>
            <ac:spMk id="4" creationId="{530717D4-8F80-76F7-80CD-FB0B93C020DB}"/>
          </ac:spMkLst>
        </pc:spChg>
        <pc:spChg chg="add mod">
          <ac:chgData name="Megh Malvankar" userId="c4f20e5b56fb5963" providerId="LiveId" clId="{3A52CEB0-9DF3-4DBF-A89C-77B2345323EF}" dt="2026-02-10T06:44:52.292" v="1288" actId="14100"/>
          <ac:spMkLst>
            <pc:docMk/>
            <pc:sldMk cId="714481941" sldId="274"/>
            <ac:spMk id="8" creationId="{3D40BCA3-D79E-DE88-708E-72CDAFD00754}"/>
          </ac:spMkLst>
        </pc:spChg>
        <pc:picChg chg="add mod modCrop">
          <ac:chgData name="Megh Malvankar" userId="c4f20e5b56fb5963" providerId="LiveId" clId="{3A52CEB0-9DF3-4DBF-A89C-77B2345323EF}" dt="2026-02-10T06:45:11.338" v="1292" actId="14100"/>
          <ac:picMkLst>
            <pc:docMk/>
            <pc:sldMk cId="714481941" sldId="274"/>
            <ac:picMk id="6" creationId="{05A449D4-4AC2-A38A-825D-062B75BB6A4D}"/>
          </ac:picMkLst>
        </pc:picChg>
      </pc:sldChg>
      <pc:sldChg chg="addSp delSp modSp add mod setBg">
        <pc:chgData name="Megh Malvankar" userId="c4f20e5b56fb5963" providerId="LiveId" clId="{3A52CEB0-9DF3-4DBF-A89C-77B2345323EF}" dt="2026-02-26T14:00:26.911" v="2322" actId="14100"/>
        <pc:sldMkLst>
          <pc:docMk/>
          <pc:sldMk cId="2526024721" sldId="275"/>
        </pc:sldMkLst>
        <pc:spChg chg="mod">
          <ac:chgData name="Megh Malvankar" userId="c4f20e5b56fb5963" providerId="LiveId" clId="{3A52CEB0-9DF3-4DBF-A89C-77B2345323EF}" dt="2026-02-16T13:04:43.877" v="2076" actId="20577"/>
          <ac:spMkLst>
            <pc:docMk/>
            <pc:sldMk cId="2526024721" sldId="275"/>
            <ac:spMk id="2" creationId="{7353C58F-5265-D597-495E-7D32EE85F09F}"/>
          </ac:spMkLst>
        </pc:spChg>
        <pc:spChg chg="del mod">
          <ac:chgData name="Megh Malvankar" userId="c4f20e5b56fb5963" providerId="LiveId" clId="{3A52CEB0-9DF3-4DBF-A89C-77B2345323EF}" dt="2026-02-26T14:00:10.881" v="2317"/>
          <ac:spMkLst>
            <pc:docMk/>
            <pc:sldMk cId="2526024721" sldId="275"/>
            <ac:spMk id="3" creationId="{55595FF7-A735-C126-81F4-42C049078643}"/>
          </ac:spMkLst>
        </pc:spChg>
        <pc:spChg chg="add mod">
          <ac:chgData name="Megh Malvankar" userId="c4f20e5b56fb5963" providerId="LiveId" clId="{3A52CEB0-9DF3-4DBF-A89C-77B2345323EF}" dt="2026-02-10T06:04:24.416" v="1006" actId="14100"/>
          <ac:spMkLst>
            <pc:docMk/>
            <pc:sldMk cId="2526024721" sldId="275"/>
            <ac:spMk id="4" creationId="{8EB18AC1-6E85-74CB-E430-6F81C653212E}"/>
          </ac:spMkLst>
        </pc:spChg>
        <pc:spChg chg="add mod">
          <ac:chgData name="Megh Malvankar" userId="c4f20e5b56fb5963" providerId="LiveId" clId="{3A52CEB0-9DF3-4DBF-A89C-77B2345323EF}" dt="2026-02-26T14:00:26.911" v="2322" actId="14100"/>
          <ac:spMkLst>
            <pc:docMk/>
            <pc:sldMk cId="2526024721" sldId="275"/>
            <ac:spMk id="5" creationId="{31824F09-B7BC-5699-A1DD-66F560FF4A83}"/>
          </ac:spMkLst>
        </pc:spChg>
        <pc:picChg chg="mod modCrop">
          <ac:chgData name="Megh Malvankar" userId="c4f20e5b56fb5963" providerId="LiveId" clId="{3A52CEB0-9DF3-4DBF-A89C-77B2345323EF}" dt="2026-02-10T06:04:33.646" v="1007" actId="1076"/>
          <ac:picMkLst>
            <pc:docMk/>
            <pc:sldMk cId="2526024721" sldId="275"/>
            <ac:picMk id="9" creationId="{C005F3A1-3E24-BA52-F605-05FCDD7A2A90}"/>
          </ac:picMkLst>
        </pc:picChg>
      </pc:sldChg>
      <pc:sldChg chg="addSp delSp modSp add mod setBg">
        <pc:chgData name="Megh Malvankar" userId="c4f20e5b56fb5963" providerId="LiveId" clId="{3A52CEB0-9DF3-4DBF-A89C-77B2345323EF}" dt="2026-02-10T07:06:31.248" v="1694" actId="20577"/>
        <pc:sldMkLst>
          <pc:docMk/>
          <pc:sldMk cId="3186568271" sldId="276"/>
        </pc:sldMkLst>
        <pc:spChg chg="mod">
          <ac:chgData name="Megh Malvankar" userId="c4f20e5b56fb5963" providerId="LiveId" clId="{3A52CEB0-9DF3-4DBF-A89C-77B2345323EF}" dt="2026-02-10T07:06:31.248" v="1694" actId="20577"/>
          <ac:spMkLst>
            <pc:docMk/>
            <pc:sldMk cId="3186568271" sldId="276"/>
            <ac:spMk id="2" creationId="{DF9FEF0B-7869-BDB2-B206-76846E05BA92}"/>
          </ac:spMkLst>
        </pc:spChg>
        <pc:spChg chg="add del mod">
          <ac:chgData name="Megh Malvankar" userId="c4f20e5b56fb5963" providerId="LiveId" clId="{3A52CEB0-9DF3-4DBF-A89C-77B2345323EF}" dt="2026-02-10T07:06:15.146" v="1670"/>
          <ac:spMkLst>
            <pc:docMk/>
            <pc:sldMk cId="3186568271" sldId="276"/>
            <ac:spMk id="3" creationId="{C060992B-52A7-7FCA-83A6-B3CE510E823C}"/>
          </ac:spMkLst>
        </pc:spChg>
      </pc:sldChg>
      <pc:sldChg chg="addSp delSp modSp new mod setBg">
        <pc:chgData name="Megh Malvankar" userId="c4f20e5b56fb5963" providerId="LiveId" clId="{3A52CEB0-9DF3-4DBF-A89C-77B2345323EF}" dt="2026-02-26T13:56:25.247" v="2303" actId="1076"/>
        <pc:sldMkLst>
          <pc:docMk/>
          <pc:sldMk cId="2630925868" sldId="277"/>
        </pc:sldMkLst>
        <pc:spChg chg="mod">
          <ac:chgData name="Megh Malvankar" userId="c4f20e5b56fb5963" providerId="LiveId" clId="{3A52CEB0-9DF3-4DBF-A89C-77B2345323EF}" dt="2026-02-26T13:54:14.982" v="2277" actId="27636"/>
          <ac:spMkLst>
            <pc:docMk/>
            <pc:sldMk cId="2630925868" sldId="277"/>
            <ac:spMk id="2" creationId="{81617D26-D62F-0449-E98E-7A8FA44E9A1E}"/>
          </ac:spMkLst>
        </pc:spChg>
        <pc:spChg chg="del">
          <ac:chgData name="Megh Malvankar" userId="c4f20e5b56fb5963" providerId="LiveId" clId="{3A52CEB0-9DF3-4DBF-A89C-77B2345323EF}" dt="2026-02-26T13:50:50.907" v="2221" actId="931"/>
          <ac:spMkLst>
            <pc:docMk/>
            <pc:sldMk cId="2630925868" sldId="277"/>
            <ac:spMk id="3" creationId="{C81E371A-AF2F-5F66-2A69-D80F9444ECEF}"/>
          </ac:spMkLst>
        </pc:spChg>
        <pc:spChg chg="add del mod">
          <ac:chgData name="Megh Malvankar" userId="c4f20e5b56fb5963" providerId="LiveId" clId="{3A52CEB0-9DF3-4DBF-A89C-77B2345323EF}" dt="2026-02-26T13:54:30.395" v="2280"/>
          <ac:spMkLst>
            <pc:docMk/>
            <pc:sldMk cId="2630925868" sldId="277"/>
            <ac:spMk id="12" creationId="{65BD560C-A6AC-191B-BBC2-97FC3616E2EF}"/>
          </ac:spMkLst>
        </pc:spChg>
        <pc:spChg chg="add mod">
          <ac:chgData name="Megh Malvankar" userId="c4f20e5b56fb5963" providerId="LiveId" clId="{3A52CEB0-9DF3-4DBF-A89C-77B2345323EF}" dt="2026-02-26T13:56:18.844" v="2300" actId="20577"/>
          <ac:spMkLst>
            <pc:docMk/>
            <pc:sldMk cId="2630925868" sldId="277"/>
            <ac:spMk id="13" creationId="{87FB7834-C554-7D7C-2C25-11F13461DAA0}"/>
          </ac:spMkLst>
        </pc:spChg>
        <pc:picChg chg="add mod ord modCrop">
          <ac:chgData name="Megh Malvankar" userId="c4f20e5b56fb5963" providerId="LiveId" clId="{3A52CEB0-9DF3-4DBF-A89C-77B2345323EF}" dt="2026-02-26T13:56:22.142" v="2301" actId="1076"/>
          <ac:picMkLst>
            <pc:docMk/>
            <pc:sldMk cId="2630925868" sldId="277"/>
            <ac:picMk id="5" creationId="{3CF7C6F5-98A7-64ED-8F67-543D116D7599}"/>
          </ac:picMkLst>
        </pc:picChg>
        <pc:picChg chg="add mod modCrop">
          <ac:chgData name="Megh Malvankar" userId="c4f20e5b56fb5963" providerId="LiveId" clId="{3A52CEB0-9DF3-4DBF-A89C-77B2345323EF}" dt="2026-02-26T13:56:23.786" v="2302" actId="1076"/>
          <ac:picMkLst>
            <pc:docMk/>
            <pc:sldMk cId="2630925868" sldId="277"/>
            <ac:picMk id="7" creationId="{029820AD-D211-F5B1-B31A-39439A9076FC}"/>
          </ac:picMkLst>
        </pc:picChg>
        <pc:picChg chg="add mod modCrop">
          <ac:chgData name="Megh Malvankar" userId="c4f20e5b56fb5963" providerId="LiveId" clId="{3A52CEB0-9DF3-4DBF-A89C-77B2345323EF}" dt="2026-02-26T13:56:25.247" v="2303" actId="1076"/>
          <ac:picMkLst>
            <pc:docMk/>
            <pc:sldMk cId="2630925868" sldId="277"/>
            <ac:picMk id="9" creationId="{5CD853AE-CFC2-7F3F-0AB1-74B230A0006C}"/>
          </ac:picMkLst>
        </pc:picChg>
        <pc:picChg chg="add mod modCrop">
          <ac:chgData name="Megh Malvankar" userId="c4f20e5b56fb5963" providerId="LiveId" clId="{3A52CEB0-9DF3-4DBF-A89C-77B2345323EF}" dt="2026-02-26T13:53:49.965" v="2273" actId="14100"/>
          <ac:picMkLst>
            <pc:docMk/>
            <pc:sldMk cId="2630925868" sldId="277"/>
            <ac:picMk id="11" creationId="{2217978B-C3AF-C4BF-2067-5C4D472CC16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/>
              <a:t>Online Bookstore Management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A4D998-8F35-FCA5-E4C3-F6C0A4DEE4DC}"/>
              </a:ext>
            </a:extLst>
          </p:cNvPr>
          <p:cNvSpPr txBox="1"/>
          <p:nvPr/>
        </p:nvSpPr>
        <p:spPr>
          <a:xfrm>
            <a:off x="202018" y="4136065"/>
            <a:ext cx="33173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Mentor : Mr. Ashish Rajput.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532792-7647-6A1C-B988-C7997A26061D}"/>
              </a:ext>
            </a:extLst>
          </p:cNvPr>
          <p:cNvSpPr txBox="1"/>
          <p:nvPr/>
        </p:nvSpPr>
        <p:spPr>
          <a:xfrm>
            <a:off x="3519377" y="4136065"/>
            <a:ext cx="53162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Name : Megh Harshad Malvankar.</a:t>
            </a:r>
          </a:p>
          <a:p>
            <a:r>
              <a:rPr lang="en-IN" sz="2800" b="1" dirty="0" err="1"/>
              <a:t>Enrollment</a:t>
            </a:r>
            <a:r>
              <a:rPr lang="en-IN" sz="2800" b="1" dirty="0"/>
              <a:t> No : EN12026093826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/>
              <a:t>Project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09F06F-7BF3-C458-BECD-1A96D78CB3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62526"/>
            <a:ext cx="8126362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develops a structured and scalable Online Bookstore </a:t>
            </a:r>
            <a:r>
              <a:rPr lang="en-US" altLang="en-US" sz="1800" dirty="0">
                <a:latin typeface="Arial" panose="020B0604020202020204" pitchFamily="34" charset="0"/>
              </a:rPr>
              <a:t>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Management System using SQL to efficiently manage books, customers, orders, payments, and reviews.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implements a normalized relational database design with proper primary keys, foreign keys, and constraints to ensure data integrity and reduce redundancy.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demonstrates complete database functionality including data insertion, retrieval, updating, deletion, analysis, and reporting using advanced SQL concepts.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also incorporates automation features such as triggers, transactions, JSON handling, and views to improve reliability, consistency, and overall system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Online bookstores handle large volumes of interconnected data that can lead to redundancy and inconsistency.</a:t>
            </a:r>
          </a:p>
          <a:p>
            <a:r>
              <a:rPr lang="en-US" sz="2400" dirty="0"/>
              <a:t>Without a proper database design, managing orders, inventory, and payments becomes inefficient.</a:t>
            </a:r>
          </a:p>
          <a:p>
            <a:r>
              <a:rPr lang="en-US" sz="2400" dirty="0"/>
              <a:t>This project addresses these issues by implementing a normalized, secure, and automated SQL database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605349"/>
          </a:xfrm>
        </p:spPr>
        <p:txBody>
          <a:bodyPr>
            <a:noAutofit/>
          </a:bodyPr>
          <a:lstStyle/>
          <a:p>
            <a:r>
              <a:rPr sz="3600" b="1" dirty="0"/>
              <a:t>ER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9C580A-C67E-CE09-33A8-4C2B780DF0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088" t="25531" r="37755" b="47304"/>
          <a:stretch>
            <a:fillRect/>
          </a:stretch>
        </p:blipFill>
        <p:spPr>
          <a:xfrm>
            <a:off x="457200" y="879986"/>
            <a:ext cx="8229600" cy="4734003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7CF92A7-DC15-8017-C91B-880E740BB8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5727868"/>
            <a:ext cx="82296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ER diagram represents the relationships between users, books, orders, payments, and reviews in the Online Bookstore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defines primary and foreign key connections to maintain proper normalization and ensure data integrity.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6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838DF9-3DC9-5455-868A-E0735832D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6BB52-CBD3-50FD-9EA9-AED8BC8DE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/>
              <a:t>Project Objectives</a:t>
            </a:r>
            <a:endParaRPr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4AB94-269F-1A86-4C3F-6CD140445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Objective 1 : Design and Define Bookstore Database Structure 				  (DDL).</a:t>
            </a:r>
          </a:p>
          <a:p>
            <a:r>
              <a:rPr lang="en-US" sz="2400" dirty="0"/>
              <a:t>Objective 2 : Manage Bookstore Data Using DML Operations 				 (DML).</a:t>
            </a:r>
          </a:p>
          <a:p>
            <a:r>
              <a:rPr lang="en-US" sz="2400" dirty="0"/>
              <a:t>Objective 3 : Retrieve and Combine Data Using SQL Joins 					 (JOINS).</a:t>
            </a:r>
          </a:p>
          <a:p>
            <a:r>
              <a:rPr lang="en-US" sz="2400" dirty="0"/>
              <a:t>Objective 4 : Analyze Bookstore Data Using Subqueries and 					  Aggregations (SUBQUERIES AND AGGREGATION).</a:t>
            </a:r>
          </a:p>
          <a:p>
            <a:r>
              <a:rPr lang="en-US" sz="2400" dirty="0"/>
              <a:t>Objective 5 : Automate Operations and Ensure Data 							  Reliability (AUTOMATION AND RELIABILITY).</a:t>
            </a:r>
          </a:p>
        </p:txBody>
      </p:sp>
    </p:spTree>
    <p:extLst>
      <p:ext uri="{BB962C8B-B14F-4D97-AF65-F5344CB8AC3E}">
        <p14:creationId xmlns:p14="http://schemas.microsoft.com/office/powerpoint/2010/main" val="1184379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17D26-D62F-0449-E98E-7A8FA44E9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Objective 1: Design and Define Bookstore Database Structure (DDL).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F7C6F5-98A7-64ED-8F67-543D116D75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7273"/>
          <a:stretch>
            <a:fillRect/>
          </a:stretch>
        </p:blipFill>
        <p:spPr>
          <a:xfrm>
            <a:off x="457200" y="2199406"/>
            <a:ext cx="4301612" cy="20602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9820AD-D211-F5B1-B31A-39439A9076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766"/>
          <a:stretch>
            <a:fillRect/>
          </a:stretch>
        </p:blipFill>
        <p:spPr>
          <a:xfrm>
            <a:off x="5059005" y="2199405"/>
            <a:ext cx="3534389" cy="20602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D853AE-CFC2-7F3F-0AB1-74B230A000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7327" r="28126"/>
          <a:stretch>
            <a:fillRect/>
          </a:stretch>
        </p:blipFill>
        <p:spPr>
          <a:xfrm>
            <a:off x="5059005" y="4419829"/>
            <a:ext cx="3534389" cy="18927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17978B-C3AF-C4BF-2067-5C4D472CC16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6491"/>
          <a:stretch>
            <a:fillRect/>
          </a:stretch>
        </p:blipFill>
        <p:spPr>
          <a:xfrm>
            <a:off x="457199" y="4419829"/>
            <a:ext cx="4301613" cy="216353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7FB7834-C554-7D7C-2C25-11F13461DAA0}"/>
              </a:ext>
            </a:extLst>
          </p:cNvPr>
          <p:cNvSpPr txBox="1"/>
          <p:nvPr/>
        </p:nvSpPr>
        <p:spPr>
          <a:xfrm>
            <a:off x="363794" y="1573161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Task 1 &amp; 2: Creating Database and adding records into the Tables for Online Bookstore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925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E4FB49-2F70-ED7C-9B89-2EE56907C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FD794-7338-F37C-1D27-7CDF774A2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Objective 1: Design and Define Bookstore Database Structure (DDL).</a:t>
            </a:r>
            <a:endParaRPr sz="36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3B6E17E-31FE-70D9-1A4C-136B0726AB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035"/>
          <a:stretch>
            <a:fillRect/>
          </a:stretch>
        </p:blipFill>
        <p:spPr>
          <a:xfrm>
            <a:off x="431104" y="1655817"/>
            <a:ext cx="4037659" cy="18671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2221BE3-BB4F-EA2B-33AE-E1402E64B0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604"/>
          <a:stretch>
            <a:fillRect/>
          </a:stretch>
        </p:blipFill>
        <p:spPr>
          <a:xfrm>
            <a:off x="5114865" y="3959926"/>
            <a:ext cx="3468698" cy="189149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1957768-E966-1BBE-0DD8-F26C7ECAE5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6834"/>
          <a:stretch>
            <a:fillRect/>
          </a:stretch>
        </p:blipFill>
        <p:spPr>
          <a:xfrm>
            <a:off x="5140961" y="1655816"/>
            <a:ext cx="3468698" cy="18671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2B0B8DE-3DD6-932F-F785-D00590783E7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9249"/>
          <a:stretch>
            <a:fillRect/>
          </a:stretch>
        </p:blipFill>
        <p:spPr>
          <a:xfrm>
            <a:off x="469674" y="3959926"/>
            <a:ext cx="4037659" cy="189149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C321301F-4D24-DE0F-6796-AA87EE84A6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1104" y="5851418"/>
            <a:ext cx="815245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objective focuses on designing a structured and normalized bookstore database using DDL commands.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defines tables, primary keys, foreign keys, and constraints to ensure accurate and consistent data management.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509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76CD3B-C520-4E73-92C6-02A58133F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3801E-AD6E-8CDF-B5D8-781EA5447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600" b="1" dirty="0"/>
              <a:t>Objective 2</a:t>
            </a:r>
            <a:r>
              <a:rPr lang="en-US" sz="3600" b="1" dirty="0"/>
              <a:t> </a:t>
            </a:r>
            <a:r>
              <a:rPr sz="3600" b="1" dirty="0"/>
              <a:t>:</a:t>
            </a:r>
            <a:r>
              <a:rPr lang="en-IN" sz="3600" b="1" dirty="0"/>
              <a:t> </a:t>
            </a:r>
            <a:r>
              <a:rPr lang="en-US" sz="3600" b="1" dirty="0"/>
              <a:t>Manage Bookstore Data Using DML Operations (DML).</a:t>
            </a:r>
            <a:endParaRPr sz="3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DBEF37-6A4F-E32A-6078-32DBB929C8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464"/>
          <a:stretch>
            <a:fillRect/>
          </a:stretch>
        </p:blipFill>
        <p:spPr>
          <a:xfrm>
            <a:off x="457200" y="2371061"/>
            <a:ext cx="3901439" cy="2993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C6E226-5B13-F2B0-1117-2A71D9963B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657"/>
          <a:stretch>
            <a:fillRect/>
          </a:stretch>
        </p:blipFill>
        <p:spPr>
          <a:xfrm>
            <a:off x="4785363" y="2371061"/>
            <a:ext cx="3901439" cy="29934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700D25-F191-7ADE-36F5-DB5496FF1ABC}"/>
              </a:ext>
            </a:extLst>
          </p:cNvPr>
          <p:cNvSpPr txBox="1"/>
          <p:nvPr/>
        </p:nvSpPr>
        <p:spPr>
          <a:xfrm>
            <a:off x="223520" y="1493520"/>
            <a:ext cx="8676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Task 1: Retrieve Data from Tables (SELECT using multiple tables).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82771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B87BDE-E399-0CAD-515D-31406295E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D8224-B21E-CB6D-2588-500FCBE1C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600" b="1" dirty="0"/>
              <a:t>Objective 2</a:t>
            </a:r>
            <a:r>
              <a:rPr lang="en-US" sz="3600" b="1" dirty="0"/>
              <a:t> </a:t>
            </a:r>
            <a:r>
              <a:rPr sz="3600" b="1" dirty="0"/>
              <a:t>:</a:t>
            </a:r>
            <a:r>
              <a:rPr lang="en-IN" sz="3600" b="1" dirty="0"/>
              <a:t> </a:t>
            </a:r>
            <a:r>
              <a:rPr lang="en-US" sz="3600" b="1" dirty="0"/>
              <a:t>Manage Bookstore Data Using DML Operations (DML).</a:t>
            </a:r>
            <a:endParaRPr sz="3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AA328C-5420-97F5-CAA0-7495648E42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524"/>
          <a:stretch>
            <a:fillRect/>
          </a:stretch>
        </p:blipFill>
        <p:spPr>
          <a:xfrm>
            <a:off x="260497" y="1706880"/>
            <a:ext cx="4085302" cy="19100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9EC311-7566-CCF3-356C-5743601D4C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905"/>
          <a:stretch>
            <a:fillRect/>
          </a:stretch>
        </p:blipFill>
        <p:spPr>
          <a:xfrm>
            <a:off x="4798202" y="1706880"/>
            <a:ext cx="3996871" cy="20182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6EDDC8-4BD5-0BD4-873C-A5A83EC136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1267"/>
          <a:stretch>
            <a:fillRect/>
          </a:stretch>
        </p:blipFill>
        <p:spPr>
          <a:xfrm>
            <a:off x="260497" y="3738880"/>
            <a:ext cx="4085302" cy="21808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E70872-1AB0-0403-FBDE-F27CC5EA9C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0532"/>
          <a:stretch>
            <a:fillRect/>
          </a:stretch>
        </p:blipFill>
        <p:spPr>
          <a:xfrm>
            <a:off x="4798202" y="3901440"/>
            <a:ext cx="3996871" cy="201827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7488B39-6607-A218-7C02-3AF5DB11BD5A}"/>
              </a:ext>
            </a:extLst>
          </p:cNvPr>
          <p:cNvSpPr txBox="1"/>
          <p:nvPr/>
        </p:nvSpPr>
        <p:spPr>
          <a:xfrm>
            <a:off x="260497" y="1259840"/>
            <a:ext cx="8534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 Task 2: Update Data in Tables (UPDATE using different tables).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42409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686F5A-3A56-7898-4AC9-12AAB77D1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B1B6E-F159-8699-B060-6DB45F7FD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600" b="1" dirty="0"/>
              <a:t>Objective 2</a:t>
            </a:r>
            <a:r>
              <a:rPr lang="en-US" sz="3600" b="1" dirty="0"/>
              <a:t> </a:t>
            </a:r>
            <a:r>
              <a:rPr sz="3600" b="1" dirty="0"/>
              <a:t>:</a:t>
            </a:r>
            <a:r>
              <a:rPr lang="en-IN" sz="3600" b="1" dirty="0"/>
              <a:t> </a:t>
            </a:r>
            <a:r>
              <a:rPr lang="en-US" sz="3600" b="1" dirty="0"/>
              <a:t>Manage Bookstore Data Using DML Operations (DML).</a:t>
            </a:r>
            <a:endParaRPr sz="3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769C8F-C09E-D729-C9FB-0F026E2FB0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092"/>
          <a:stretch>
            <a:fillRect/>
          </a:stretch>
        </p:blipFill>
        <p:spPr>
          <a:xfrm>
            <a:off x="322330" y="1879600"/>
            <a:ext cx="3924549" cy="22366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B3757D-3E06-DC5E-9A90-86767A40AB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562"/>
          <a:stretch>
            <a:fillRect/>
          </a:stretch>
        </p:blipFill>
        <p:spPr>
          <a:xfrm>
            <a:off x="4897121" y="1879600"/>
            <a:ext cx="3789679" cy="22366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569B5E-DFE8-96DE-1C49-FFBE33F1BC4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5021" r="11304"/>
          <a:stretch>
            <a:fillRect/>
          </a:stretch>
        </p:blipFill>
        <p:spPr>
          <a:xfrm>
            <a:off x="322331" y="4277360"/>
            <a:ext cx="3924548" cy="18103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2BCE928-2093-6955-AF6D-FE2951BAAD1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6789" r="13433"/>
          <a:stretch>
            <a:fillRect/>
          </a:stretch>
        </p:blipFill>
        <p:spPr>
          <a:xfrm>
            <a:off x="4897119" y="4277360"/>
            <a:ext cx="3783561" cy="18103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E54E4FD-1E37-4BB5-2F08-9C41B80814FB}"/>
              </a:ext>
            </a:extLst>
          </p:cNvPr>
          <p:cNvSpPr txBox="1"/>
          <p:nvPr/>
        </p:nvSpPr>
        <p:spPr>
          <a:xfrm>
            <a:off x="322331" y="1417638"/>
            <a:ext cx="83644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Task 3: Delete Data from Tables (DELETE using different tables).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15ABF5-BAE6-5596-8ADF-D8C6D18373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2263" y="5965200"/>
            <a:ext cx="836453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objective demonstrates how DML commands are used to retrieve, update, and delete bookstore data across multiple tables.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ensures proper data manipulation while maintaining consistency and integrity within the database.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372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600" b="1" dirty="0"/>
              <a:t>Objective 3</a:t>
            </a:r>
            <a:r>
              <a:rPr lang="en-US" sz="3600" b="1" dirty="0"/>
              <a:t> </a:t>
            </a:r>
            <a:r>
              <a:rPr sz="3600" b="1" dirty="0"/>
              <a:t>: </a:t>
            </a:r>
            <a:r>
              <a:rPr lang="en-US" sz="3600" b="1" dirty="0"/>
              <a:t>Retrieve and Combine Data       Using SQL Joins (JOINS).</a:t>
            </a:r>
            <a:endParaRPr sz="3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794663-FA29-25A0-A3E5-21ACDA1224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910" r="40009"/>
          <a:stretch>
            <a:fillRect/>
          </a:stretch>
        </p:blipFill>
        <p:spPr>
          <a:xfrm>
            <a:off x="246012" y="2957116"/>
            <a:ext cx="3952242" cy="28041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B8F1B1-A5B2-3C1E-6092-9066925C2B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00" t="47905" r="39940"/>
          <a:stretch>
            <a:fillRect/>
          </a:stretch>
        </p:blipFill>
        <p:spPr>
          <a:xfrm>
            <a:off x="4734559" y="2957116"/>
            <a:ext cx="4163429" cy="28041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25EB76-0105-EF50-B5BA-1BD5B1506EFB}"/>
              </a:ext>
            </a:extLst>
          </p:cNvPr>
          <p:cNvSpPr txBox="1"/>
          <p:nvPr/>
        </p:nvSpPr>
        <p:spPr>
          <a:xfrm>
            <a:off x="246012" y="1849120"/>
            <a:ext cx="395224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Task 1: Retrieve Customer and Order Details Using INNER JOIN.</a:t>
            </a:r>
            <a:endParaRPr lang="en-IN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71224B-BAA7-858A-1761-C66724219ABB}"/>
              </a:ext>
            </a:extLst>
          </p:cNvPr>
          <p:cNvSpPr txBox="1"/>
          <p:nvPr/>
        </p:nvSpPr>
        <p:spPr>
          <a:xfrm>
            <a:off x="4572001" y="1885401"/>
            <a:ext cx="43259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Task 2: Display Order and Book Information Using Multiple JOINs.</a:t>
            </a:r>
            <a:endParaRPr lang="en-IN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9E1019-455E-F62E-C680-27675204C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3C58F-5265-D597-495E-7D32EE85F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600" b="1" dirty="0"/>
              <a:t>Objective 3</a:t>
            </a:r>
            <a:r>
              <a:rPr lang="en-US" sz="3600" b="1" dirty="0"/>
              <a:t> </a:t>
            </a:r>
            <a:r>
              <a:rPr sz="3600" b="1" dirty="0"/>
              <a:t>: </a:t>
            </a:r>
            <a:r>
              <a:rPr lang="en-US" sz="3600" b="1" dirty="0"/>
              <a:t>Retrieve and Combine Data       Using SQL Joins (JOINS).</a:t>
            </a:r>
            <a:endParaRPr sz="36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05F3A1-3E24-BA52-F605-05FCDD7A2A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4" t="40787" r="61868"/>
          <a:stretch>
            <a:fillRect/>
          </a:stretch>
        </p:blipFill>
        <p:spPr>
          <a:xfrm>
            <a:off x="1838960" y="2407920"/>
            <a:ext cx="5227320" cy="2743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B18AC1-6E85-74CB-E430-6F81C653212E}"/>
              </a:ext>
            </a:extLst>
          </p:cNvPr>
          <p:cNvSpPr txBox="1"/>
          <p:nvPr/>
        </p:nvSpPr>
        <p:spPr>
          <a:xfrm>
            <a:off x="1036320" y="1706880"/>
            <a:ext cx="7376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Task 3: Identify Users Without Orders Using LEFT JOIN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1824F09-B7BC-5699-A1DD-66F560FF4A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7083" y="5457200"/>
            <a:ext cx="792971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objective demonstrates how SQL JOIN operations combine related tables to retrieve meaningful bookstore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helps generate insights such as customer orders, purchased books, and users without orders.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024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600" b="1" dirty="0"/>
              <a:t>Objective 4</a:t>
            </a:r>
            <a:r>
              <a:rPr lang="en-US" sz="3600" b="1" dirty="0"/>
              <a:t> </a:t>
            </a:r>
            <a:r>
              <a:rPr sz="3600" b="1" dirty="0"/>
              <a:t>: </a:t>
            </a:r>
            <a:r>
              <a:rPr lang="en-US" sz="3600" b="1" dirty="0"/>
              <a:t>Analyze Bookstore Data Using Subqueries and Aggregation.</a:t>
            </a:r>
            <a:endParaRPr sz="3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384B40-DB85-805C-D1E7-5912EE4546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222" r="57309"/>
          <a:stretch>
            <a:fillRect/>
          </a:stretch>
        </p:blipFill>
        <p:spPr>
          <a:xfrm>
            <a:off x="457200" y="2283332"/>
            <a:ext cx="3860799" cy="15004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745E4A-051C-5FF9-BFA3-CD5F5DC45A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058" r="53931"/>
          <a:stretch>
            <a:fillRect/>
          </a:stretch>
        </p:blipFill>
        <p:spPr>
          <a:xfrm>
            <a:off x="4826002" y="2242959"/>
            <a:ext cx="3860800" cy="18560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436159-8500-1B45-9C4B-5BB6862CA9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9629" r="75789"/>
          <a:stretch>
            <a:fillRect/>
          </a:stretch>
        </p:blipFill>
        <p:spPr>
          <a:xfrm>
            <a:off x="457200" y="4796078"/>
            <a:ext cx="2092960" cy="9817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FAB40E7-61C4-8789-E7BD-CC795E31B0FD}"/>
              </a:ext>
            </a:extLst>
          </p:cNvPr>
          <p:cNvSpPr txBox="1"/>
          <p:nvPr/>
        </p:nvSpPr>
        <p:spPr>
          <a:xfrm>
            <a:off x="193040" y="1417638"/>
            <a:ext cx="43789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Task 1: Analyze Book Prices Using Subqueries.</a:t>
            </a:r>
            <a:endParaRPr lang="en-IN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189405-E295-B85F-B2EB-C965E17511F8}"/>
              </a:ext>
            </a:extLst>
          </p:cNvPr>
          <p:cNvSpPr txBox="1"/>
          <p:nvPr/>
        </p:nvSpPr>
        <p:spPr>
          <a:xfrm>
            <a:off x="4572000" y="1417638"/>
            <a:ext cx="43789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Task 2: Identify Best-Selling Books Using Aggregation Functions.</a:t>
            </a:r>
            <a:endParaRPr lang="en-IN" sz="2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04C375-1383-3484-AC33-DB37B55A53F4}"/>
              </a:ext>
            </a:extLst>
          </p:cNvPr>
          <p:cNvSpPr txBox="1"/>
          <p:nvPr/>
        </p:nvSpPr>
        <p:spPr>
          <a:xfrm>
            <a:off x="193040" y="4319948"/>
            <a:ext cx="84023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Task 3: Find High-Value Customers Using GROUP BY and HAVING.</a:t>
            </a:r>
            <a:endParaRPr lang="en-IN" sz="2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D9B124-951C-C0AC-D0FF-E3D9A75ED8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1" y="5804863"/>
            <a:ext cx="822960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objective uses subqueries and aggregation functions to analyze bookstore data such as pricing and sales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helps identify best-selling books and high-value customers for better business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600" b="1" dirty="0"/>
              <a:t>Objective 5</a:t>
            </a:r>
            <a:r>
              <a:rPr lang="en-US" sz="3600" b="1" dirty="0"/>
              <a:t> </a:t>
            </a:r>
            <a:r>
              <a:rPr sz="3600" b="1" dirty="0"/>
              <a:t>: </a:t>
            </a:r>
            <a:r>
              <a:rPr lang="en-US" sz="3600" b="1" dirty="0"/>
              <a:t>Automate Operations and Ensure Data Reliability (</a:t>
            </a:r>
            <a:r>
              <a:rPr lang="en-IN" sz="3600" b="1" dirty="0"/>
              <a:t>AUTOMATION &amp; RELIABILITY)</a:t>
            </a:r>
            <a:r>
              <a:rPr lang="en-US" sz="3600" b="1" dirty="0"/>
              <a:t>.</a:t>
            </a:r>
            <a:endParaRPr sz="3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88164A-B21E-78CC-D6EF-DC7A909E8F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325"/>
          <a:stretch>
            <a:fillRect/>
          </a:stretch>
        </p:blipFill>
        <p:spPr>
          <a:xfrm>
            <a:off x="457200" y="2436387"/>
            <a:ext cx="5618481" cy="2902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3CDCDA-0C0F-1EA4-EAB8-5FB6F72CC6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905" r="78056"/>
          <a:stretch>
            <a:fillRect/>
          </a:stretch>
        </p:blipFill>
        <p:spPr>
          <a:xfrm>
            <a:off x="6228080" y="2436387"/>
            <a:ext cx="2458720" cy="29025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38D32E-30C9-7F49-0D75-7AE0D953BFB2}"/>
              </a:ext>
            </a:extLst>
          </p:cNvPr>
          <p:cNvSpPr txBox="1"/>
          <p:nvPr/>
        </p:nvSpPr>
        <p:spPr>
          <a:xfrm>
            <a:off x="457200" y="1696720"/>
            <a:ext cx="8341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Task 1: Store and Retrieve Semi-Structured Data Using JSON.</a:t>
            </a:r>
            <a:endParaRPr lang="en-IN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922B83-92F8-8C20-CB75-076113C86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F6FC-6D84-0894-909D-FF5563396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600" b="1" dirty="0"/>
              <a:t>Objective 5</a:t>
            </a:r>
            <a:r>
              <a:rPr lang="en-US" sz="3600" b="1" dirty="0"/>
              <a:t> </a:t>
            </a:r>
            <a:r>
              <a:rPr sz="3600" b="1" dirty="0"/>
              <a:t>: </a:t>
            </a:r>
            <a:r>
              <a:rPr lang="en-US" sz="3600" b="1" dirty="0"/>
              <a:t>Automate Operations and Ensure Data Reliability</a:t>
            </a:r>
            <a:r>
              <a:rPr lang="en-IN" sz="3600" b="1" dirty="0"/>
              <a:t> (AUTOMATION &amp; RELIABILITY)</a:t>
            </a:r>
            <a:r>
              <a:rPr lang="en-US" sz="3600" b="1" dirty="0"/>
              <a:t>.</a:t>
            </a:r>
            <a:endParaRPr sz="3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AB00B2-5F1E-9B10-ABCB-570906070C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24" t="72027" r="9909"/>
          <a:stretch>
            <a:fillRect/>
          </a:stretch>
        </p:blipFill>
        <p:spPr>
          <a:xfrm>
            <a:off x="197429" y="2682972"/>
            <a:ext cx="3134742" cy="11021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DFF81E-7A57-8CC8-F656-B17E7FAC99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09" t="71345" r="10389"/>
          <a:stretch>
            <a:fillRect/>
          </a:stretch>
        </p:blipFill>
        <p:spPr>
          <a:xfrm>
            <a:off x="5741013" y="2682972"/>
            <a:ext cx="3117273" cy="1149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234767-18CD-8609-FAD7-B53B0585A0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19" t="68788"/>
          <a:stretch>
            <a:fillRect/>
          </a:stretch>
        </p:blipFill>
        <p:spPr>
          <a:xfrm>
            <a:off x="54799" y="5203376"/>
            <a:ext cx="3939546" cy="8732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06AE68C-7B12-2545-CD1F-77418B6AD3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6846"/>
          <a:stretch>
            <a:fillRect/>
          </a:stretch>
        </p:blipFill>
        <p:spPr>
          <a:xfrm>
            <a:off x="5326302" y="5216236"/>
            <a:ext cx="3762900" cy="62033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DDAD8F7-44C0-445B-6D6E-0C2D8C0401AE}"/>
              </a:ext>
            </a:extLst>
          </p:cNvPr>
          <p:cNvSpPr txBox="1"/>
          <p:nvPr/>
        </p:nvSpPr>
        <p:spPr>
          <a:xfrm>
            <a:off x="243228" y="1819012"/>
            <a:ext cx="8790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Task 2: Automate Inventory Management Using Database Triggers.</a:t>
            </a:r>
            <a:endParaRPr lang="en-IN" sz="2400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7E6495B-ED09-929C-7916-3133F3D27422}"/>
              </a:ext>
            </a:extLst>
          </p:cNvPr>
          <p:cNvSpPr/>
          <p:nvPr/>
        </p:nvSpPr>
        <p:spPr>
          <a:xfrm>
            <a:off x="3746883" y="3001830"/>
            <a:ext cx="1579418" cy="61306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1C300FE6-B239-C65D-9868-A43CDDC4A3F9}"/>
              </a:ext>
            </a:extLst>
          </p:cNvPr>
          <p:cNvSpPr/>
          <p:nvPr/>
        </p:nvSpPr>
        <p:spPr>
          <a:xfrm>
            <a:off x="3994346" y="5406318"/>
            <a:ext cx="1331956" cy="59027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ROLLBACK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589C62-141C-5C1E-042F-9778A6CDA2FC}"/>
              </a:ext>
            </a:extLst>
          </p:cNvPr>
          <p:cNvSpPr txBox="1"/>
          <p:nvPr/>
        </p:nvSpPr>
        <p:spPr>
          <a:xfrm>
            <a:off x="243229" y="4314169"/>
            <a:ext cx="86150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Task 3: Ensure Data Consistency Using Transactions and Rollback.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66088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C9B48A-2523-236B-2CF9-4F1C2767B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41F26-1F47-080E-CE52-35159F3E5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600" b="1" dirty="0"/>
              <a:t>Objective 5</a:t>
            </a:r>
            <a:r>
              <a:rPr lang="en-US" sz="3600" b="1" dirty="0"/>
              <a:t> </a:t>
            </a:r>
            <a:r>
              <a:rPr sz="3600" b="1" dirty="0"/>
              <a:t>: </a:t>
            </a:r>
            <a:r>
              <a:rPr lang="en-US" sz="3600" b="1" dirty="0"/>
              <a:t>Automate Operations and Ensure Data Reliability </a:t>
            </a:r>
            <a:r>
              <a:rPr lang="en-IN" sz="3600" b="1" dirty="0"/>
              <a:t>(AUTOMATION &amp; RELIABILITY)</a:t>
            </a:r>
            <a:r>
              <a:rPr lang="en-US" sz="3600" b="1" dirty="0"/>
              <a:t>.</a:t>
            </a:r>
            <a:endParaRPr sz="3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A449D4-4AC2-A38A-825D-062B75BB6A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247" r="51542"/>
          <a:stretch>
            <a:fillRect/>
          </a:stretch>
        </p:blipFill>
        <p:spPr>
          <a:xfrm>
            <a:off x="1765005" y="2691686"/>
            <a:ext cx="5305646" cy="21354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40BCA3-D79E-DE88-708E-72CDAFD00754}"/>
              </a:ext>
            </a:extLst>
          </p:cNvPr>
          <p:cNvSpPr txBox="1"/>
          <p:nvPr/>
        </p:nvSpPr>
        <p:spPr>
          <a:xfrm>
            <a:off x="606056" y="187133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 Task 4: Generate Summary Reports Using Database Views.</a:t>
            </a:r>
            <a:endParaRPr lang="en-IN" sz="2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30717D4-8F80-76F7-80CD-FB0B93C020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6425" y="5227806"/>
            <a:ext cx="808037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objective focuses on automating database operations using JSON, triggers, transactions, and views to improve system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ensures data reliability, consistency, and secure handling of bookstore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481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649A71-3D71-347B-96D6-3681969A1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FEF0B-7869-BDB2-B206-76846E05B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/>
              <a:t>C</a:t>
            </a:r>
            <a:r>
              <a:rPr lang="en-IN" sz="3600" b="1" dirty="0" err="1"/>
              <a:t>hallenges</a:t>
            </a:r>
            <a:r>
              <a:rPr lang="en-IN" sz="3600" b="1" dirty="0"/>
              <a:t> Faced</a:t>
            </a:r>
            <a:endParaRPr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0992B-52A7-7FCA-83A6-B3CE510E8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Designing a normalized database structure while maintaining correct relationships and constraints across multiple tables was initially complex.</a:t>
            </a:r>
          </a:p>
          <a:p>
            <a:r>
              <a:rPr lang="en-US" sz="2400" dirty="0"/>
              <a:t>Managing triggers and transactions without causing unintended data updates or inconsistencies required careful testing and debugging.</a:t>
            </a:r>
          </a:p>
          <a:p>
            <a:r>
              <a:rPr lang="en-US" sz="2400" dirty="0"/>
              <a:t>Writing optimized queries using joins, subqueries, and aggregations to retrieve accurate insights from large interconnected datasets was challenging.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1865682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E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Online Bookstore Management System successfully demonstrates practical implementation of database design, data management, querying, and automation using SQL. </a:t>
            </a:r>
          </a:p>
          <a:p>
            <a:r>
              <a:rPr lang="en-US" sz="2400" dirty="0"/>
              <a:t>By integrating joins, subqueries, triggers, transactions, and JSON handling, the project ensures data integrity, efficiency, and reliability. </a:t>
            </a:r>
          </a:p>
          <a:p>
            <a:r>
              <a:rPr lang="en-US" sz="2400" dirty="0"/>
              <a:t>Overall, it reflects real-world database practices suitable for scalable and secure applications.</a:t>
            </a:r>
          </a:p>
          <a:p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10730</TotalTime>
  <Words>917</Words>
  <Application>Microsoft Office PowerPoint</Application>
  <PresentationFormat>On-screen Show (4:3)</PresentationFormat>
  <Paragraphs>76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Wingdings</vt:lpstr>
      <vt:lpstr>Office Theme</vt:lpstr>
      <vt:lpstr>Online Bookstore Management System</vt:lpstr>
      <vt:lpstr>Project Overview</vt:lpstr>
      <vt:lpstr>Problem Statement</vt:lpstr>
      <vt:lpstr>ER Diagram</vt:lpstr>
      <vt:lpstr>Project Objectives</vt:lpstr>
      <vt:lpstr>Objective 1: Design and Define Bookstore Database Structure (DDL).</vt:lpstr>
      <vt:lpstr>Objective 1: Design and Define Bookstore Database Structure (DDL).</vt:lpstr>
      <vt:lpstr>Objective 2 : Manage Bookstore Data Using DML Operations (DML).</vt:lpstr>
      <vt:lpstr>Objective 2 : Manage Bookstore Data Using DML Operations (DML).</vt:lpstr>
      <vt:lpstr>Objective 2 : Manage Bookstore Data Using DML Operations (DML).</vt:lpstr>
      <vt:lpstr>Objective 3 : Retrieve and Combine Data       Using SQL Joins (JOINS).</vt:lpstr>
      <vt:lpstr>Objective 3 : Retrieve and Combine Data       Using SQL Joins (JOINS).</vt:lpstr>
      <vt:lpstr>Objective 4 : Analyze Bookstore Data Using Subqueries and Aggregation.</vt:lpstr>
      <vt:lpstr>Objective 5 : Automate Operations and Ensure Data Reliability (AUTOMATION &amp; RELIABILITY).</vt:lpstr>
      <vt:lpstr>Objective 5 : Automate Operations and Ensure Data Reliability (AUTOMATION &amp; RELIABILITY).</vt:lpstr>
      <vt:lpstr>Objective 5 : Automate Operations and Ensure Data Reliability (AUTOMATION &amp; RELIABILITY).</vt:lpstr>
      <vt:lpstr>Challenges Faced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Megh</dc:creator>
  <cp:keywords/>
  <dc:description>generated using python-pptx</dc:description>
  <cp:lastModifiedBy>Megh Malvankar</cp:lastModifiedBy>
  <cp:revision>2</cp:revision>
  <dcterms:created xsi:type="dcterms:W3CDTF">2013-01-27T09:14:16Z</dcterms:created>
  <dcterms:modified xsi:type="dcterms:W3CDTF">2026-02-26T14:06:13Z</dcterms:modified>
  <cp:category/>
</cp:coreProperties>
</file>